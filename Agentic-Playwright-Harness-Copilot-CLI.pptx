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1275998a44b7f" /><Relationship Type="http://schemas.openxmlformats.org/officeDocument/2006/relationships/extended-properties" Target="/docProps/app.xml" Id="Ra05ffd4a5ae34be5" /><Relationship Type="http://schemas.openxmlformats.org/officeDocument/2006/relationships/officeDocument" Target="/ppt/presentation.xml" Id="R7e21e9080767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094664d4de4f99"/>
  </p:sldMasterIdLst>
  <p:notesMasterIdLst>
    <p:notesMasterId xmlns:r="http://schemas.openxmlformats.org/officeDocument/2006/relationships" r:id="Rf351fdb965404fa4"/>
  </p:notesMasterIdLst>
  <p:sldIdLst>
    <p:sldId xmlns:r="http://schemas.openxmlformats.org/officeDocument/2006/relationships" id="256" r:id="R1600ddd1252a4e7b"/>
    <p:sldId xmlns:r="http://schemas.openxmlformats.org/officeDocument/2006/relationships" id="257" r:id="Rc3c01807e4bd4c6f"/>
    <p:sldId xmlns:r="http://schemas.openxmlformats.org/officeDocument/2006/relationships" id="258" r:id="R92bbb6447c9647a3"/>
    <p:sldId xmlns:r="http://schemas.openxmlformats.org/officeDocument/2006/relationships" id="259" r:id="R18ad926015aa4a35"/>
    <p:sldId xmlns:r="http://schemas.openxmlformats.org/officeDocument/2006/relationships" id="260" r:id="R753d7329be8c4de8"/>
    <p:sldId xmlns:r="http://schemas.openxmlformats.org/officeDocument/2006/relationships" id="261" r:id="Re85e177d62d946b4"/>
    <p:sldId xmlns:r="http://schemas.openxmlformats.org/officeDocument/2006/relationships" id="262" r:id="Ra081896ab3cc4cf8"/>
    <p:sldId xmlns:r="http://schemas.openxmlformats.org/officeDocument/2006/relationships" id="263" r:id="R16945a2162d34801"/>
    <p:sldId xmlns:r="http://schemas.openxmlformats.org/officeDocument/2006/relationships" id="264" r:id="R79a9ebddbf49461c"/>
    <p:sldId xmlns:r="http://schemas.openxmlformats.org/officeDocument/2006/relationships" id="265" r:id="R4d51beb4be8642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cda4471c947ff" /><Relationship Type="http://schemas.openxmlformats.org/officeDocument/2006/relationships/slideMaster" Target="/ppt/slideMasters/slideMaster1.xml" Id="R7d094664d4de4f99" /><Relationship Type="http://schemas.openxmlformats.org/officeDocument/2006/relationships/notesMaster" Target="/ppt/notesMasters/notesMaster1.xml" Id="Rf351fdb965404fa4" /><Relationship Type="http://schemas.openxmlformats.org/officeDocument/2006/relationships/presProps" Target="/ppt/presProps.xml" Id="Rf4b25b1cfe1b4f0f" /><Relationship Type="http://schemas.openxmlformats.org/officeDocument/2006/relationships/tableStyles" Target="/ppt/tableStyles.xml" Id="R615609edbc93433e" /><Relationship Type="http://schemas.openxmlformats.org/officeDocument/2006/relationships/slide" Target="/ppt/slides/slide1.xml" Id="R1600ddd1252a4e7b" /><Relationship Type="http://schemas.openxmlformats.org/officeDocument/2006/relationships/slide" Target="/ppt/slides/slide2.xml" Id="Rc3c01807e4bd4c6f" /><Relationship Type="http://schemas.openxmlformats.org/officeDocument/2006/relationships/slide" Target="/ppt/slides/slide3.xml" Id="R92bbb6447c9647a3" /><Relationship Type="http://schemas.openxmlformats.org/officeDocument/2006/relationships/slide" Target="/ppt/slides/slide4.xml" Id="R18ad926015aa4a35" /><Relationship Type="http://schemas.openxmlformats.org/officeDocument/2006/relationships/slide" Target="/ppt/slides/slide5.xml" Id="R753d7329be8c4de8" /><Relationship Type="http://schemas.openxmlformats.org/officeDocument/2006/relationships/slide" Target="/ppt/slides/slide6.xml" Id="Re85e177d62d946b4" /><Relationship Type="http://schemas.openxmlformats.org/officeDocument/2006/relationships/slide" Target="/ppt/slides/slide7.xml" Id="Ra081896ab3cc4cf8" /><Relationship Type="http://schemas.openxmlformats.org/officeDocument/2006/relationships/slide" Target="/ppt/slides/slide8.xml" Id="R16945a2162d34801" /><Relationship Type="http://schemas.openxmlformats.org/officeDocument/2006/relationships/slide" Target="/ppt/slides/slide9.xml" Id="R79a9ebddbf49461c" /><Relationship Type="http://schemas.openxmlformats.org/officeDocument/2006/relationships/slide" Target="/ppt/slides/slide10.xml" Id="R4d51beb4be86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98d4d3a63e47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e2e807d0f40a4" /><Relationship Type="http://schemas.openxmlformats.org/officeDocument/2006/relationships/notesMaster" Target="/ppt/notesMasters/notesMaster1.xml" Id="Ree7525a423224e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bf6f590b74dc2" /><Relationship Type="http://schemas.openxmlformats.org/officeDocument/2006/relationships/notesMaster" Target="/ppt/notesMasters/notesMaster1.xml" Id="R747dc5b0ced5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75881a9ef04895" /><Relationship Type="http://schemas.openxmlformats.org/officeDocument/2006/relationships/notesMaster" Target="/ppt/notesMasters/notesMaster1.xml" Id="R7d425b66f41c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d098ea02e4966" /><Relationship Type="http://schemas.openxmlformats.org/officeDocument/2006/relationships/notesMaster" Target="/ppt/notesMasters/notesMaster1.xml" Id="R124ddc807dc54c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d14896ceec4306" /><Relationship Type="http://schemas.openxmlformats.org/officeDocument/2006/relationships/notesMaster" Target="/ppt/notesMasters/notesMaster1.xml" Id="Rfd249cd86a9a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98a544776f4633" /><Relationship Type="http://schemas.openxmlformats.org/officeDocument/2006/relationships/notesMaster" Target="/ppt/notesMasters/notesMaster1.xml" Id="R390ba97174b146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a09ed166a84e8c" /><Relationship Type="http://schemas.openxmlformats.org/officeDocument/2006/relationships/notesMaster" Target="/ppt/notesMasters/notesMaster1.xml" Id="R7b3bbb26b1d5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feb26011e47b3" /><Relationship Type="http://schemas.openxmlformats.org/officeDocument/2006/relationships/notesMaster" Target="/ppt/notesMasters/notesMaster1.xml" Id="R07c455ff13df4a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a1c515a050406a" /><Relationship Type="http://schemas.openxmlformats.org/officeDocument/2006/relationships/notesMaster" Target="/ppt/notesMasters/notesMaster1.xml" Id="Rf661f90f56ee49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2a1dfff6d459b" /><Relationship Type="http://schemas.openxmlformats.org/officeDocument/2006/relationships/notesMaster" Target="/ppt/notesMasters/notesMaster1.xml" Id="R712faeb61e4b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claim: the harness now centers on @playwright/cli page captures as reusable local context and npx playwright test as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harness is useful even when official Playwright agents exist: it reduces repeated context gathering and standardizes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distinguishes global @playwright/cli from the project-local Playwright test runner.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the actual curated capture created with playwright-cli from https://playwright.dev.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flow reflects contexts/flow-graph.yml and contexts/agent-loop.yml after adding the capture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loop now includes the capture state before planner/generator/healer/reviewer.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how captured page context complements, not replaces, framework standards.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slide translates the user example into the updated capture-first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Benefit slide updates the earlier value proposition with the capture-first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recommendation: teams should use curated playwright-cli captures as reusable context and npx playwright test for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harness files: README.md, AGENTS.md, .github/copilot-instructions.md, contexts/capture-map.yml, contexts/captures/playwright-home-loaded.yml, contexts/command-map.yml, contexts/flow-graph.yml, contexts/agent-loop.yml.</a:t>
            </a:r>
          </a:p>
          <a:p xmlns:a="http://schemas.openxmlformats.org/drawingml/2006/main">
            <a:r>
              <a:t>- Playwright documentation: https://playwright.dev/docs/getting-started-cli, https://playwright.dev/agent-cli/snapshots, https://playwright.dev/agent-cli/commands/storage, https://playwright.dev/docs/test-agents, https://playwright.dev/docs/test-cli, https://playwright.dev/docs/auth, https://playwright.dev/docs/test-fixtures.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fec4adb19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3037a6ad94841" /><Relationship Type="http://schemas.openxmlformats.org/officeDocument/2006/relationships/slideLayout" Target="/ppt/slideLayouts/slideLayout1.xml" Id="R828ab92dec3a42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ab92dec3a42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bb243263248ff" /><Relationship Type="http://schemas.openxmlformats.org/officeDocument/2006/relationships/notesSlide" Target="/ppt/notesSlides/notesSlide1.xml" Id="Rb79f4231cfce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673a2d4c8401e" /><Relationship Type="http://schemas.openxmlformats.org/officeDocument/2006/relationships/notesSlide" Target="/ppt/notesSlides/notesSlide2.xml" Id="Rd57913393cb543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2ddc3a9464520" /><Relationship Type="http://schemas.openxmlformats.org/officeDocument/2006/relationships/notesSlide" Target="/ppt/notesSlides/notesSlide3.xml" Id="R2a730375b00e4e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1a27d561f4564" /><Relationship Type="http://schemas.openxmlformats.org/officeDocument/2006/relationships/notesSlide" Target="/ppt/notesSlides/notesSlide4.xml" Id="R00c288ba09c24f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efdd377944f83" /><Relationship Type="http://schemas.openxmlformats.org/officeDocument/2006/relationships/notesSlide" Target="/ppt/notesSlides/notesSlide5.xml" Id="R34945c6b6882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a9f0aea2e4d28" /><Relationship Type="http://schemas.openxmlformats.org/officeDocument/2006/relationships/notesSlide" Target="/ppt/notesSlides/notesSlide6.xml" Id="R509f27eab6ec4d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f67a64403454d" /><Relationship Type="http://schemas.openxmlformats.org/officeDocument/2006/relationships/notesSlide" Target="/ppt/notesSlides/notesSlide7.xml" Id="R0e12a53b33bf4f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21bde392474c" /><Relationship Type="http://schemas.openxmlformats.org/officeDocument/2006/relationships/notesSlide" Target="/ppt/notesSlides/notesSlide8.xml" Id="Re94f0336a3b34e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de9867fee4cec" /><Relationship Type="http://schemas.openxmlformats.org/officeDocument/2006/relationships/notesSlide" Target="/ppt/notesSlides/notesSlide9.xml" Id="R328f5f4de57c40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568d873bd4315" /><Relationship Type="http://schemas.openxmlformats.org/officeDocument/2006/relationships/notesSlide" Target="/ppt/notesSlides/notesSlide10.xml" Id="R15098ba620714e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ACC28-5291-41B4-A1A7-AD85551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Agentic Playwright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59633-9742-4371-9119-411CDF09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Capture page context once with @playwright/cli, reuse it in Copilot, and prove tests with npx playwright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FF7DE-372E-4620-9C26-55B10F6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2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CE167-A611-4D6D-96A3-DFFE9FF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8953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68EBE-6EAE-41D7-B6E6-12EAC83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43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D2748-DD41-48DB-B180-03C77B6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playwright-cli 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F36C6-2115-447E-AA31-64F30D5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69B59-3018-4A14-9511-906388C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955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YAML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7263D-F8FA-43A2-B2BF-0D3E6517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19F7-3E87-46CD-BC59-AEEFA08B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Generated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1163D-3A78-4E1F-B7D4-BD0FFABF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B19E3-63A3-48AB-872F-B642C7F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438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npx test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E70ED-8694-4B17-BFA5-41D3827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Standardized for teams without losing official-agent compatibility.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54736-1406-4D1B-8B5F-B81890D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24451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E69B3-823A-42C1-9BFA-F4D8269F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core problem is context burn and inconsistent generation.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7E204-AC9F-4223-B6BC-7EDF648B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E9E4C-EF05-498E-9A9A-E270683A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Agents can write tests, but repeated live browser inspection and ad hoc code patterns do not scale across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96998-61C5-4EE6-BE38-C802EE38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009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C5B49-563F-46AF-8574-B03BF86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6467E-EF2C-49B0-9448-B6613B64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009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E6BD3-4298-42B0-9321-54920C84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Raw agent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EF994-5315-4728-8231-007A0EA0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A79C0-678D-4A31-A7F8-D748C69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Repeated page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EBE95-DAA0-459E-8A69-9A172AE1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E0505-8CC6-4E6E-AD40-6F05BA3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Large browser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91CF1-B9DB-4332-97C0-97AD4D0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D119C-5812-4A6D-8D68-59210D8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One-off selectors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1C502-2FDA-47C4-B0A9-D4E00DFE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FD438-08BF-43BC-B01D-D8AE834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Weak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05570-29E6-4252-B54D-62A3FFC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MCP-only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D2B1-8FDE-4DD3-93B0-246D811C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EE232-2AB0-4C70-966A-18951651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Blocked in some orgs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5F43D-EE89-44A5-A4B1-5554C10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B50EB-5C49-4ADC-A315-35516445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Not always CI-friendly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4EC1F-F9A6-435D-9D3C-A74E66B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FFCF1-DA3D-4953-869E-9333589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State lives in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878DB-1D30-439A-9E5B-ADD8BC20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5B491-5363-4937-B597-F64F1878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Harder to reuse captures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A2659-5891-412B-91A0-3429F15C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Capture harness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720FA-CD95-4839-8DB5-6D959E79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D42AE-37E5-4631-8416-D61402EE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YAML snapshots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76189-A6FF-4DE8-8F1C-DBB06DB5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63EF4-C828-44F3-881C-49D9C5DD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Curated local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0C82E-ED13-4FF3-AB87-B475BAE4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21FC5-F4E9-4EC3-8D25-4DF4FB4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Shared file layers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27B60-4B76-4AA6-8DC7-1129284F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ECC244-FEB6-49EF-9425-2A0D5F7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CLI proof 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7D61E5-A3D7-4873-ACB4-D721D0A5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7885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F7161-1805-4A25-942F-8D7D337E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harness has two CLI layers with different jobs.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13BBE-490E-4A1F-8018-966E420B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C9D1D-900F-4E70-A9C6-3A17AE8A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One CLI captures browser state for agents; the other executes tests for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1225D-AC9E-46C6-9D43-64F587D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3434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CD971-3A38-416E-A3A8-CDE058F7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Exploration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BA6BF-B022-4E2C-B80F-D89013D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npm install -g @playwright/cli@latest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53403-B682-4478-956C-66B80B70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28359-315D-4A5A-BAEB-ED4682CE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open, goto, click,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FA4A9-FFA6-4C92-97AB-883F3D9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AEEF1-F4AD-44A4-BA63-4D3578BD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screenshot, requests, 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3FC2D-713D-4EC5-9209-967FA48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AB82D-BB45-40EB-9AD2-D3469C4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338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state-save and state-load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A1918-BB6D-47AA-86F2-3E49C3A4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BA792-7D4E-4BCB-9FE7-6CECA94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writes reusable YAML captures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D44AF-56BA-403F-A426-1180613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3434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731F8-E7E8-4B04-A057-447F2DD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Test runner 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8BAFA-D95B-41A3-971E-F74F9ADB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npx playwright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23940-0BC1-4D3B-B0B8-441EB1F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411D2-7C2B-4B65-980A-C037927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runs specs and projects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78244-C87E-475E-88F3-866EAC49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10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88BF2-D8B1-434E-9BD7-B559339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100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creates traces and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EAA28-43E3-4F2B-A7A5-671C6B2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F4C13-FBAD-43BD-8072-98CD082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338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supports grep tags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79787-324E-4B8A-8DE6-C3C7C84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B520A-2BDD-4993-983D-F0ABA0A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matches CI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FAE99-3749-4410-9027-3586E22A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42974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F3459-4E6E-4DAB-9FB6-7DBFF2CF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Captured YAML becomes local, reusable page memory.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347A-C361-446B-BC66-8C906413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5781D-8C0B-4E72-9BB1-4B91E7FB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agent reads a selected file instead of repeatedly asking a live browser for full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04B5A-AB8E-494C-8250-B625D9CE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68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FFB35-8323-4648-92DD-45F7EB6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095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- heading "Playwright enables reliable web automation..." [level=1]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- link "Get started" [ref=e41]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- heading "Playwright CLI" [level=3]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- code: npm i -g @playwright/cli@latest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- link "CLI documentation"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8F7A9-DD36-4930-807E-9372D11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3FE"/>
                </a:solidFill>
              </a:defRPr>
            </a:pPr>
            <a:r>
              <a:rPr sz="1275" b="0">
                <a:solidFill>
                  <a:srgbClr val="DDF3FE"/>
                </a:solidFill>
              </a:rPr>
              <a:t>contexts/captures/playwright-home-loaded.yml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A3260-2545-4CDF-ADA6-D8F8ABBE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641C2-0EE7-4D1E-BEE6-80180878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Captured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3992F-BA50-4F07-9440-050B7EE2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32221-BD55-4AB1-81D0-C2946ECA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contexts/captures/playwright-home-loaded.yml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1D310-A69E-4AA1-9050-B33F940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5F574-2F43-4C8B-81B1-A37EBCDB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contexts/captures/playwright-home-loaded.png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BD03-09F7-448F-B337-1429203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446C4-5A18-48E9-93F7-4A2E580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Element refs guide exploration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C6B59-E42B-47CF-98DF-BA49714A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40F10-827F-49D1-B583-22B7A4DF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Locators go into page objects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E6E75-E147-4B9E-ABA0-AADA7B3F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Refs are temporary. Stable tests use roles, names, and test ids.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5630A-5676-49D6-AB8D-E1DE9206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58088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D8FC32-4146-4D57-AF76-2A16F9BD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context graph now starts with capture.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C27F-4BEF-4724-AA0C-8617AF82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5DFAC-4794-4E4B-AC45-EE0E1C00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framework makes page discovery a reusable artifact before test generation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2C66-38CA-47E1-ADC9-472D0B5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5310F-C1F7-4CCA-8ED1-B9FD00FB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FD64E-907F-4198-8015-7E18222D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B6BA2-8D6E-49FD-88E4-2F06030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47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A1F74-1482-449D-8148-67AF812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6EA1C-75A0-4425-A40A-01F5B8C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YAML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0937B-FFCC-4835-AE42-4A08B89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3AF27-2E16-4423-8B6C-DF602B3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Flow 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0AF12-2AE4-4B09-8D53-C2879581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B016A-78D5-45EE-8EAA-7D65D64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47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Generated test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33650" y="2381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86300" y="2381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38950" y="2381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91600" y="23812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7BD0E-BE91-44BA-8E55-441EA3B1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B9C9D-B66A-4E24-9A97-0A2C6C0D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0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Fixtures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8C924-A823-487C-8E56-60BB8187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27899-19BB-4A66-8C88-713F75F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308C4-E1DF-4A09-9CFE-4218479E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77550-4936-4F53-9048-D9A5C361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Assertions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0EC9F-1D3D-4495-9790-C9414065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C1ED0-BE47-4F2F-A052-3840519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10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Data</a:t>
            </a:r>
          </a:p>
        </p:txBody>
      </p: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14750" y="42957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962650" y="42957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210550" y="42957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54250-6E43-4951-A4E0-ED46B05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387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npx playwright test closes the loop with traces, screenshots, reports, and CLI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7F0A2-E67E-4D5A-B570-CB9AC31F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52623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CA7C8-67BC-4864-8AE8-4A9A88A2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agent loop becomes capture, plan, generate, heal, review.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5D31D-CBA3-4FA2-B73B-0D15834A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7984-E66F-4B9F-8F1D-E379B785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Each state has a narrow responsibility and a clear handoff artifact.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2CEE5-F07F-49EF-9F71-9B9D0C00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3CD29-794E-45D0-BC06-9C201768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B933-8976-45E6-A80A-A57844C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YAML +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67CEC-AC90-4476-B889-F40A8A7B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75A81-0C4B-4108-B722-EF4F5A4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Planner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C919C-C417-4A20-A618-1F3A383F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flow 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1E1E-9905-42E0-9B7C-EB9DF81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F1068-6CD8-4F1E-B7F3-ECA8EE8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82361-4732-401D-AF1C-5AFA6504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test 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70A34-5064-4AD1-B3BF-1A4874E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669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E43FE-7918-4F31-9CE5-CEC83B8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Healer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228CB-229F-40CE-A47D-62B40453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CLI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D6B73-8093-4688-850B-411B1684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AFD24-6D35-4552-A868-B0E5456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71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5500F-5C1A-45BE-BD55-7E1C6D11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standards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E650A-A1A3-47C5-84BC-15E7CD8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28357-24CD-49D2-832A-EAE0F10A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Capture before generation when page context is missing.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75B4F-30CC-491A-AA17-6CFCE23F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8100E-C9B1-4363-861D-915F2BA4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2440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Verify with npx playwright test, not screenshots alone.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0D254-2B0C-4C43-BDAF-1989928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7E2E0-F49A-479A-8D59-EAED09E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Commit curated captures only when reusable.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55837-7F01-45E5-B125-4E27CCE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3C66C-8F57-45FA-94FB-6813D512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830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Review duplicate coverage, waits, tags, and artifacts.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91405-3EA8-4A62-BD56-EB6FA47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2426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F310C8-B997-4E66-9DD1-5073CD4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Standards still matter after capture.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9BD15-8C17-4D57-9256-45E7E1A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4DEE4-13D7-4F7B-AB8C-D5F27970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YAML context improves generation, but the harness decides how code is structured.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64A72-0FD5-4223-A67A-C86BBF1F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B2C01-ED94-4A4E-BE88-0F498A2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2B2B5-6BDD-48E8-8BB0-1006834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9070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Team 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D2532-ED09-44EB-94DB-52022C2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1345B-096D-484D-A2F3-8EFFA7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17BBD-E671-4508-9E0E-8F5F291E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state-save/state-load for exploration; setup project storageState for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E6AA-AAE3-41E6-98AC-66D4CE53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BB132-78B4-4389-A053-2255A45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Fixtures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FEB2C-66A3-4E9E-850E-A24845A1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Typed fixtures instantiate pages and assertion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BE458-8459-4263-ADA5-53696277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8835-B40C-4C99-81CC-EA0DF26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Browser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BCF84-9E4A-47ED-BB1F-65244712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Project config and fixtures own context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C202F-5559-40CA-AA31-75FE29E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895CB-E296-4C84-ABD1-E92E34C8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Page objects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E2EA8-DE4E-4FA8-B070-7E4EEBD9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Convert snapshot roles/names into stable locators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8E9D4-6061-4B56-ACF0-E3805996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6F8A3-4A07-4CB1-AAB4-7BDB005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Assertions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3C1AF-668D-4C87-88A2-0685A3A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5295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Use web-first expectations; avoid fixed sleeps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64245-5292-4BBD-9E92-74871A6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61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F1EA6-D01F-46FC-B232-3F78DF7A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Tags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CB89C-B4DD-4D93-AEEE-0D84FF8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05400"/>
            <a:ext cx="756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@smoke, @regression, @auth, @accessibility, @visual, @api-setup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72EB4-4E97-40E8-A8E8-E1C10689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64972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9A86F-FFE5-490F-B3E2-1934238F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normal prompt now has a capture-aware path.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8518C-56E3-4F32-A190-A122101B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61731-9C08-4CC2-B8B2-EF954BC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team can ask for a flow in business language and still get reviewable Playwright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E8DD5-B974-4636-BE22-DCE814C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387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BC198-4CE4-481C-8C76-78860EB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6AE9F-EEC6-415C-BB95-C6CDC62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Create a smoke flow for the Playwright homepage: open /, verify the heading, click Get started, and verify docs load.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1664D-0EFC-450D-8063-0FD97DAE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857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94899-91D4-4C35-926D-3C1E3F1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71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Agent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8E44F-B118-4739-9568-FD916CB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B17AA-0A25-442C-94F0-FF25F9D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Capture home YAML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CBD16-DB68-4C22-8320-9105BA29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DA249-05CC-464A-8509-BBFAEA7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Capture post-click YAML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8E0FA-7D41-4456-B3A0-DBC123A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C9B03-2AE1-443A-92C8-13F21772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Create flow spec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96D78-81A1-4AD9-9C55-4EB5506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73E3D-8353-4BFB-BF75-F3011B08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Generate page/assertion/test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45DC2-1B6E-48B5-83FE-6819BFF9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1E1BA-0873-4E66-BEBF-1FCD68F9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Run npm run test:smoke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78D24-16F2-4A50-B199-C9D00D9F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54AFF-3D63-4BA8-B831-C91880CB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958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Heal from CLI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D3D2F-EB31-49CA-B802-0490B706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82444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AEE8F-4E1E-4F39-8CD7-B326B22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value is lower context burn plus stronger governance.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DCF4F-E672-493A-9AC7-5684CCF0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88CB6-C94C-44CA-8793-23AE51AA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harness turns page state into files and turns generated code into standardized, provable automation.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96856-3AFA-494B-ABFC-FAFC21E2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B0953-04CD-4802-818D-6C145340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Lower token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1DF23-6185-4632-9D3E-E22569C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Agents read selected YAML captures instead of repeated live snapshots.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E2AB9-7B37-4112-8D6B-D70B78D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F35AE-1930-4757-946A-DBB84366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No-MCP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FBF60-431D-4777-BA09-EC2170B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Teams blocked from MCP still have page discovery and test healing.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410F7-33E9-4855-928D-0777C84D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75FCB-9BA8-41C5-9010-6E24634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CI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A2C36-D730-4D9F-8E6E-78875C1B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npx playwright test remains the source of executable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233BE-0BDC-462A-941B-B28F96E1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1717B-7B39-4991-8FCA-C2D4405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Team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17D5A-D1C4-4921-8A1E-0E0E6510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Every generated flow follows shared layers and review gates.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FCB5E-229C-4F32-831B-6937BFBC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65891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0EC9C-1FC5-470C-9F7A-C579D17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Recommended adoption: make captures part of the definition of ready.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2A76-9A43-417B-85EF-68F6C1E4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04EFD-F743-4EC4-8FBD-6B9C6A2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For prompt-created UI automation, captured page context becomes the standard input to generation.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16FA-5665-404C-B270-BEE50E63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32083-CA8B-4DFE-B29E-1929B72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Install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0F1E5-1C04-4C89-BA4F-AA85D101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337C-B056-4C32-8868-A5C9458D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Capture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3EF75-EEB2-4688-A65E-53C8EE4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125D7-CE37-4DCB-A175-1DB3C75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Generate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ECB0F-C41A-444D-B8DD-78D3761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076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94DCA-BD2B-4427-B2C9-0BC7AD9A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Verify in CI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24479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4479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72500" y="24479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BFADD-790C-47CC-8AC5-0328189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1396F-6BCF-46E4-A8C6-AA65F3D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Approve global @playwright/cli on dev machines or CI images.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48441-A98E-4DE4-B89D-D762D51F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361D6-75F9-4DF5-9426-473CB607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8150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Curate YAML snapshots for key pages and flow states.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427E9-303A-4F58-A5CC-8040C1E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81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F1C6B-D247-4CBA-97CE-D7BEDCD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Require page objects, assertions, fixtures, tags, and command-map verification.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6F62B-F76A-4350-BC76-4E0A276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81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A6343-730A-422E-BE75-BB79200C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8160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Refresh captures when UI routes, copy, or components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C7290-7ED3-4BEB-8005-968C46A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3427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2026-08-28T13:03:53.1230000Z</dcterms:created>
  <dcterms:modified xsi:type="dcterms:W3CDTF">2026-08-28T13:03:53.1230000Z</dcterms:modified>
</coreProperties>
</file>